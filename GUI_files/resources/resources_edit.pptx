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9" r:id="rId9"/>
    <p:sldId id="265" r:id="rId10"/>
    <p:sldId id="267" r:id="rId11"/>
    <p:sldId id="266" r:id="rId12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7A001C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2184" y="10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E506D-564B-415C-99DD-7751041BB7A0}" type="datetimeFigureOut">
              <a:rPr lang="de-DE" smtClean="0"/>
              <a:t>28.09.2025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D79C-80FF-4B33-A603-D88A1ED6F5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1179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E506D-564B-415C-99DD-7751041BB7A0}" type="datetimeFigureOut">
              <a:rPr lang="de-DE" smtClean="0"/>
              <a:t>28.09.2025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D79C-80FF-4B33-A603-D88A1ED6F5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574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E506D-564B-415C-99DD-7751041BB7A0}" type="datetimeFigureOut">
              <a:rPr lang="de-DE" smtClean="0"/>
              <a:t>28.09.2025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D79C-80FF-4B33-A603-D88A1ED6F5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1777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E506D-564B-415C-99DD-7751041BB7A0}" type="datetimeFigureOut">
              <a:rPr lang="de-DE" smtClean="0"/>
              <a:t>28.09.2025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D79C-80FF-4B33-A603-D88A1ED6F5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529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E506D-564B-415C-99DD-7751041BB7A0}" type="datetimeFigureOut">
              <a:rPr lang="de-DE" smtClean="0"/>
              <a:t>28.09.2025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D79C-80FF-4B33-A603-D88A1ED6F5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8954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E506D-564B-415C-99DD-7751041BB7A0}" type="datetimeFigureOut">
              <a:rPr lang="de-DE" smtClean="0"/>
              <a:t>28.09.2025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D79C-80FF-4B33-A603-D88A1ED6F5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870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E506D-564B-415C-99DD-7751041BB7A0}" type="datetimeFigureOut">
              <a:rPr lang="de-DE" smtClean="0"/>
              <a:t>28.09.2025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D79C-80FF-4B33-A603-D88A1ED6F5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525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E506D-564B-415C-99DD-7751041BB7A0}" type="datetimeFigureOut">
              <a:rPr lang="de-DE" smtClean="0"/>
              <a:t>28.09.2025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D79C-80FF-4B33-A603-D88A1ED6F5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18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E506D-564B-415C-99DD-7751041BB7A0}" type="datetimeFigureOut">
              <a:rPr lang="de-DE" smtClean="0"/>
              <a:t>28.09.2025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D79C-80FF-4B33-A603-D88A1ED6F5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251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E506D-564B-415C-99DD-7751041BB7A0}" type="datetimeFigureOut">
              <a:rPr lang="de-DE" smtClean="0"/>
              <a:t>28.09.2025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D79C-80FF-4B33-A603-D88A1ED6F5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1501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E506D-564B-415C-99DD-7751041BB7A0}" type="datetimeFigureOut">
              <a:rPr lang="de-DE" smtClean="0"/>
              <a:t>28.09.2025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D79C-80FF-4B33-A603-D88A1ED6F5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474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E506D-564B-415C-99DD-7751041BB7A0}" type="datetimeFigureOut">
              <a:rPr lang="de-DE" smtClean="0"/>
              <a:t>28.09.2025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2ED79C-80FF-4B33-A603-D88A1ED6F5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8224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41BF973-B26C-E720-F598-7E4E53F9DD71}"/>
              </a:ext>
            </a:extLst>
          </p:cNvPr>
          <p:cNvSpPr/>
          <p:nvPr/>
        </p:nvSpPr>
        <p:spPr>
          <a:xfrm>
            <a:off x="-1414884" y="-1035496"/>
            <a:ext cx="10801200" cy="8136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D8873501-EE57-3E7A-2710-A9ED0ABB7A2C}"/>
              </a:ext>
            </a:extLst>
          </p:cNvPr>
          <p:cNvGrpSpPr/>
          <p:nvPr/>
        </p:nvGrpSpPr>
        <p:grpSpPr>
          <a:xfrm>
            <a:off x="2051720" y="2348880"/>
            <a:ext cx="4680000" cy="4680000"/>
            <a:chOff x="2483447" y="2725714"/>
            <a:chExt cx="3790353" cy="3869401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EF785884-FB53-C5CB-BED3-A3F54D4FDBED}"/>
                </a:ext>
              </a:extLst>
            </p:cNvPr>
            <p:cNvSpPr/>
            <p:nvPr/>
          </p:nvSpPr>
          <p:spPr>
            <a:xfrm>
              <a:off x="2738539" y="3056553"/>
              <a:ext cx="3240000" cy="3240000"/>
            </a:xfrm>
            <a:prstGeom prst="ellipse">
              <a:avLst/>
            </a:prstGeom>
            <a:noFill/>
            <a:ln w="174625">
              <a:solidFill>
                <a:srgbClr val="E6E6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2A7F9436-D9EB-4526-1E17-EF9F24D7BFFA}"/>
                </a:ext>
              </a:extLst>
            </p:cNvPr>
            <p:cNvSpPr/>
            <p:nvPr/>
          </p:nvSpPr>
          <p:spPr>
            <a:xfrm>
              <a:off x="3278539" y="3597624"/>
              <a:ext cx="2160000" cy="2160000"/>
            </a:xfrm>
            <a:prstGeom prst="ellipse">
              <a:avLst/>
            </a:prstGeom>
            <a:noFill/>
            <a:ln w="174625">
              <a:solidFill>
                <a:srgbClr val="E6E6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2CDE11E8-559B-61F9-B6DE-EA2992F0A69F}"/>
                </a:ext>
              </a:extLst>
            </p:cNvPr>
            <p:cNvSpPr/>
            <p:nvPr/>
          </p:nvSpPr>
          <p:spPr>
            <a:xfrm>
              <a:off x="4178539" y="4496553"/>
              <a:ext cx="360000" cy="360000"/>
            </a:xfrm>
            <a:prstGeom prst="ellipse">
              <a:avLst/>
            </a:prstGeom>
            <a:noFill/>
            <a:ln w="174625">
              <a:solidFill>
                <a:srgbClr val="E6E6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9F78F54A-51B1-58B6-0B24-9E9D29CA6868}"/>
                </a:ext>
              </a:extLst>
            </p:cNvPr>
            <p:cNvCxnSpPr>
              <a:cxnSpLocks/>
            </p:cNvCxnSpPr>
            <p:nvPr/>
          </p:nvCxnSpPr>
          <p:spPr>
            <a:xfrm>
              <a:off x="5137747" y="4689253"/>
              <a:ext cx="1136053" cy="0"/>
            </a:xfrm>
            <a:prstGeom prst="line">
              <a:avLst/>
            </a:prstGeom>
            <a:ln w="174625" cap="rnd">
              <a:solidFill>
                <a:srgbClr val="E6E6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FD562AFA-5F5D-8361-080F-1DE0A52F84D4}"/>
                </a:ext>
              </a:extLst>
            </p:cNvPr>
            <p:cNvCxnSpPr>
              <a:cxnSpLocks/>
            </p:cNvCxnSpPr>
            <p:nvPr/>
          </p:nvCxnSpPr>
          <p:spPr>
            <a:xfrm>
              <a:off x="2483447" y="4689253"/>
              <a:ext cx="1136053" cy="0"/>
            </a:xfrm>
            <a:prstGeom prst="line">
              <a:avLst/>
            </a:prstGeom>
            <a:ln w="174625" cap="rnd">
              <a:solidFill>
                <a:srgbClr val="E6E6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868E9128-A416-241A-DC3F-A3C0F06A553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00773" y="3293741"/>
              <a:ext cx="1136053" cy="0"/>
            </a:xfrm>
            <a:prstGeom prst="line">
              <a:avLst/>
            </a:prstGeom>
            <a:ln w="174625" cap="rnd">
              <a:solidFill>
                <a:srgbClr val="E6E6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2A8246B4-FDFE-7807-D6D5-D207BC3040F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00773" y="6027089"/>
              <a:ext cx="1136053" cy="0"/>
            </a:xfrm>
            <a:prstGeom prst="line">
              <a:avLst/>
            </a:prstGeom>
            <a:ln w="174625" cap="rnd">
              <a:solidFill>
                <a:srgbClr val="E6E6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Bogen 5"/>
          <p:cNvSpPr/>
          <p:nvPr/>
        </p:nvSpPr>
        <p:spPr>
          <a:xfrm rot="2836898">
            <a:off x="-872866" y="2563519"/>
            <a:ext cx="6009966" cy="3592163"/>
          </a:xfrm>
          <a:prstGeom prst="arc">
            <a:avLst>
              <a:gd name="adj1" fmla="val 9668199"/>
              <a:gd name="adj2" fmla="val 19284169"/>
            </a:avLst>
          </a:prstGeom>
          <a:ln w="508000" cap="rnd">
            <a:solidFill>
              <a:schemeClr val="bg1"/>
            </a:solidFill>
            <a:round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5679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A6366694-3BAC-30BC-370E-70D8977F7826}"/>
              </a:ext>
            </a:extLst>
          </p:cNvPr>
          <p:cNvSpPr/>
          <p:nvPr/>
        </p:nvSpPr>
        <p:spPr>
          <a:xfrm>
            <a:off x="-1414884" y="-1035496"/>
            <a:ext cx="10801200" cy="8136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 descr="Start mit einfarbiger Füllung">
            <a:extLst>
              <a:ext uri="{FF2B5EF4-FFF2-40B4-BE49-F238E27FC236}">
                <a16:creationId xmlns:a16="http://schemas.microsoft.com/office/drawing/2014/main" id="{A9229744-B814-A89C-00C4-6989F4157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7744" y="1653148"/>
            <a:ext cx="4271458" cy="4271458"/>
          </a:xfrm>
          <a:prstGeom prst="rect">
            <a:avLst/>
          </a:prstGeom>
        </p:spPr>
      </p:pic>
      <p:sp>
        <p:nvSpPr>
          <p:cNvPr id="6" name="Bogen 5"/>
          <p:cNvSpPr/>
          <p:nvPr/>
        </p:nvSpPr>
        <p:spPr>
          <a:xfrm rot="2836898">
            <a:off x="-872866" y="2563519"/>
            <a:ext cx="6009966" cy="3592163"/>
          </a:xfrm>
          <a:prstGeom prst="arc">
            <a:avLst>
              <a:gd name="adj1" fmla="val 9668199"/>
              <a:gd name="adj2" fmla="val 19284169"/>
            </a:avLst>
          </a:prstGeom>
          <a:ln w="508000" cap="rnd">
            <a:solidFill>
              <a:schemeClr val="bg1"/>
            </a:solidFill>
            <a:round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774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0FEE5124-F111-F897-E105-4E783CE80C5B}"/>
              </a:ext>
            </a:extLst>
          </p:cNvPr>
          <p:cNvSpPr/>
          <p:nvPr/>
        </p:nvSpPr>
        <p:spPr>
          <a:xfrm>
            <a:off x="-373619" y="-351966"/>
            <a:ext cx="10801200" cy="8136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" name="Gruppieren 1"/>
          <p:cNvGrpSpPr/>
          <p:nvPr/>
        </p:nvGrpSpPr>
        <p:grpSpPr>
          <a:xfrm rot="19986482">
            <a:off x="1300430" y="-66184"/>
            <a:ext cx="7536717" cy="7569756"/>
            <a:chOff x="1506580" y="-484467"/>
            <a:chExt cx="7209526" cy="7209525"/>
          </a:xfrm>
        </p:grpSpPr>
        <p:sp>
          <p:nvSpPr>
            <p:cNvPr id="6" name="Bogen 5"/>
            <p:cNvSpPr/>
            <p:nvPr/>
          </p:nvSpPr>
          <p:spPr>
            <a:xfrm rot="2836898">
              <a:off x="1506580" y="-484467"/>
              <a:ext cx="7200000" cy="7200000"/>
            </a:xfrm>
            <a:prstGeom prst="arc">
              <a:avLst>
                <a:gd name="adj1" fmla="val 9668199"/>
                <a:gd name="adj2" fmla="val 19284169"/>
              </a:avLst>
            </a:prstGeom>
            <a:ln w="381000" cap="rnd">
              <a:solidFill>
                <a:schemeClr val="bg1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Bogen 6"/>
            <p:cNvSpPr/>
            <p:nvPr/>
          </p:nvSpPr>
          <p:spPr>
            <a:xfrm rot="14115779">
              <a:off x="1516106" y="-474942"/>
              <a:ext cx="7200000" cy="7200000"/>
            </a:xfrm>
            <a:prstGeom prst="arc">
              <a:avLst>
                <a:gd name="adj1" fmla="val 8665082"/>
                <a:gd name="adj2" fmla="val 19284169"/>
              </a:avLst>
            </a:prstGeom>
            <a:ln w="381000" cap="rnd">
              <a:solidFill>
                <a:schemeClr val="bg1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458C88E-A640-DA20-302B-89608D04B0E3}"/>
              </a:ext>
            </a:extLst>
          </p:cNvPr>
          <p:cNvGrpSpPr>
            <a:grpSpLocks noChangeAspect="1"/>
          </p:cNvGrpSpPr>
          <p:nvPr/>
        </p:nvGrpSpPr>
        <p:grpSpPr>
          <a:xfrm>
            <a:off x="1749717" y="404118"/>
            <a:ext cx="6624736" cy="6624736"/>
            <a:chOff x="2483447" y="2725714"/>
            <a:chExt cx="3790353" cy="3869401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46B8E33F-79BD-B45F-F0A2-FD188AB11EDE}"/>
                </a:ext>
              </a:extLst>
            </p:cNvPr>
            <p:cNvSpPr/>
            <p:nvPr/>
          </p:nvSpPr>
          <p:spPr>
            <a:xfrm>
              <a:off x="2738539" y="3056553"/>
              <a:ext cx="3240000" cy="3240000"/>
            </a:xfrm>
            <a:prstGeom prst="ellipse">
              <a:avLst/>
            </a:prstGeom>
            <a:noFill/>
            <a:ln w="174625">
              <a:solidFill>
                <a:srgbClr val="E6E6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4AB1227E-ADE0-7A56-BBDD-14BFD20B5B62}"/>
                </a:ext>
              </a:extLst>
            </p:cNvPr>
            <p:cNvSpPr/>
            <p:nvPr/>
          </p:nvSpPr>
          <p:spPr>
            <a:xfrm>
              <a:off x="3278539" y="3597624"/>
              <a:ext cx="2160000" cy="2160000"/>
            </a:xfrm>
            <a:prstGeom prst="ellipse">
              <a:avLst/>
            </a:prstGeom>
            <a:noFill/>
            <a:ln w="174625">
              <a:solidFill>
                <a:srgbClr val="E6E6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348E9023-12A2-0980-AABF-6F087CC4ECA3}"/>
                </a:ext>
              </a:extLst>
            </p:cNvPr>
            <p:cNvSpPr/>
            <p:nvPr/>
          </p:nvSpPr>
          <p:spPr>
            <a:xfrm>
              <a:off x="4178539" y="4496553"/>
              <a:ext cx="360000" cy="360000"/>
            </a:xfrm>
            <a:prstGeom prst="ellipse">
              <a:avLst/>
            </a:prstGeom>
            <a:noFill/>
            <a:ln w="174625">
              <a:solidFill>
                <a:srgbClr val="E6E6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78A2BBCB-CF77-2D12-BED4-CF9309CD92A9}"/>
                </a:ext>
              </a:extLst>
            </p:cNvPr>
            <p:cNvCxnSpPr>
              <a:cxnSpLocks/>
            </p:cNvCxnSpPr>
            <p:nvPr/>
          </p:nvCxnSpPr>
          <p:spPr>
            <a:xfrm>
              <a:off x="5137747" y="4689253"/>
              <a:ext cx="1136053" cy="0"/>
            </a:xfrm>
            <a:prstGeom prst="line">
              <a:avLst/>
            </a:prstGeom>
            <a:ln w="174625" cap="rnd">
              <a:solidFill>
                <a:srgbClr val="E6E6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A0E95342-5026-0246-C487-03561A30B50B}"/>
                </a:ext>
              </a:extLst>
            </p:cNvPr>
            <p:cNvCxnSpPr>
              <a:cxnSpLocks/>
            </p:cNvCxnSpPr>
            <p:nvPr/>
          </p:nvCxnSpPr>
          <p:spPr>
            <a:xfrm>
              <a:off x="2483447" y="4689253"/>
              <a:ext cx="1136053" cy="0"/>
            </a:xfrm>
            <a:prstGeom prst="line">
              <a:avLst/>
            </a:prstGeom>
            <a:ln w="174625" cap="rnd">
              <a:solidFill>
                <a:srgbClr val="E6E6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3D3701A3-0F6B-90D0-CB2F-B171FE4F1CD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00773" y="3293741"/>
              <a:ext cx="1136053" cy="0"/>
            </a:xfrm>
            <a:prstGeom prst="line">
              <a:avLst/>
            </a:prstGeom>
            <a:ln w="174625" cap="rnd">
              <a:solidFill>
                <a:srgbClr val="E6E6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87724263-BB60-7855-7894-BD9C68CE3F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00773" y="6027089"/>
              <a:ext cx="1136053" cy="0"/>
            </a:xfrm>
            <a:prstGeom prst="line">
              <a:avLst/>
            </a:prstGeom>
            <a:ln w="174625" cap="rnd">
              <a:solidFill>
                <a:srgbClr val="E6E6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2425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97E7D9F0-1F0F-EF98-5A4B-F0C9A6678B3A}"/>
              </a:ext>
            </a:extLst>
          </p:cNvPr>
          <p:cNvSpPr/>
          <p:nvPr/>
        </p:nvSpPr>
        <p:spPr>
          <a:xfrm>
            <a:off x="-373619" y="-351966"/>
            <a:ext cx="10801200" cy="8136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" name="Gruppieren 1"/>
          <p:cNvGrpSpPr/>
          <p:nvPr/>
        </p:nvGrpSpPr>
        <p:grpSpPr>
          <a:xfrm rot="19986482">
            <a:off x="1300430" y="-66184"/>
            <a:ext cx="7536717" cy="7569756"/>
            <a:chOff x="1506580" y="-484467"/>
            <a:chExt cx="7209526" cy="7209525"/>
          </a:xfrm>
        </p:grpSpPr>
        <p:sp>
          <p:nvSpPr>
            <p:cNvPr id="6" name="Bogen 5"/>
            <p:cNvSpPr/>
            <p:nvPr/>
          </p:nvSpPr>
          <p:spPr>
            <a:xfrm rot="2836898">
              <a:off x="1506580" y="-484467"/>
              <a:ext cx="7200000" cy="7200000"/>
            </a:xfrm>
            <a:prstGeom prst="arc">
              <a:avLst>
                <a:gd name="adj1" fmla="val 9668199"/>
                <a:gd name="adj2" fmla="val 19284169"/>
              </a:avLst>
            </a:prstGeom>
            <a:ln w="381000" cap="rnd">
              <a:solidFill>
                <a:schemeClr val="bg1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Bogen 6"/>
            <p:cNvSpPr/>
            <p:nvPr/>
          </p:nvSpPr>
          <p:spPr>
            <a:xfrm rot="14115779">
              <a:off x="1516106" y="-474942"/>
              <a:ext cx="7200000" cy="7200000"/>
            </a:xfrm>
            <a:prstGeom prst="arc">
              <a:avLst>
                <a:gd name="adj1" fmla="val 8665082"/>
                <a:gd name="adj2" fmla="val 19284169"/>
              </a:avLst>
            </a:prstGeom>
            <a:ln w="381000" cap="rnd">
              <a:solidFill>
                <a:schemeClr val="bg1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3" name="Grafik 2" descr="Start mit einfarbiger Füllung">
            <a:extLst>
              <a:ext uri="{FF2B5EF4-FFF2-40B4-BE49-F238E27FC236}">
                <a16:creationId xmlns:a16="http://schemas.microsoft.com/office/drawing/2014/main" id="{B7879E60-A02A-14DF-7BAA-54896B009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9632" y="-531440"/>
            <a:ext cx="7541563" cy="754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688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06BFA3EA-2125-9693-C6A3-4F43E918DDAE}"/>
              </a:ext>
            </a:extLst>
          </p:cNvPr>
          <p:cNvSpPr/>
          <p:nvPr/>
        </p:nvSpPr>
        <p:spPr>
          <a:xfrm>
            <a:off x="-688220" y="-351966"/>
            <a:ext cx="10801200" cy="8136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" name="Gruppieren 1"/>
          <p:cNvGrpSpPr/>
          <p:nvPr/>
        </p:nvGrpSpPr>
        <p:grpSpPr>
          <a:xfrm rot="19986482">
            <a:off x="1300430" y="-66184"/>
            <a:ext cx="7536717" cy="7569756"/>
            <a:chOff x="1506580" y="-484467"/>
            <a:chExt cx="7209526" cy="7209525"/>
          </a:xfrm>
        </p:grpSpPr>
        <p:sp>
          <p:nvSpPr>
            <p:cNvPr id="6" name="Bogen 5"/>
            <p:cNvSpPr/>
            <p:nvPr/>
          </p:nvSpPr>
          <p:spPr>
            <a:xfrm rot="2836898">
              <a:off x="1506580" y="-484467"/>
              <a:ext cx="7200000" cy="7200000"/>
            </a:xfrm>
            <a:prstGeom prst="arc">
              <a:avLst>
                <a:gd name="adj1" fmla="val 9668199"/>
                <a:gd name="adj2" fmla="val 19284169"/>
              </a:avLst>
            </a:prstGeom>
            <a:ln w="381000" cap="rnd">
              <a:solidFill>
                <a:schemeClr val="bg1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Bogen 6"/>
            <p:cNvSpPr/>
            <p:nvPr/>
          </p:nvSpPr>
          <p:spPr>
            <a:xfrm rot="14115779">
              <a:off x="1516106" y="-474942"/>
              <a:ext cx="7200000" cy="7200000"/>
            </a:xfrm>
            <a:prstGeom prst="arc">
              <a:avLst>
                <a:gd name="adj1" fmla="val 8665082"/>
                <a:gd name="adj2" fmla="val 19284169"/>
              </a:avLst>
            </a:prstGeom>
            <a:ln w="381000" cap="rnd">
              <a:solidFill>
                <a:schemeClr val="bg1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0761569-B63F-00E1-08B6-66A0539F3E5C}"/>
              </a:ext>
            </a:extLst>
          </p:cNvPr>
          <p:cNvGrpSpPr>
            <a:grpSpLocks noChangeAspect="1"/>
          </p:cNvGrpSpPr>
          <p:nvPr/>
        </p:nvGrpSpPr>
        <p:grpSpPr>
          <a:xfrm>
            <a:off x="1749717" y="404118"/>
            <a:ext cx="6624736" cy="6624736"/>
            <a:chOff x="2483447" y="2725714"/>
            <a:chExt cx="3790353" cy="3869401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BEE1F90D-0285-2F46-039D-9E5A8CE311D7}"/>
                </a:ext>
              </a:extLst>
            </p:cNvPr>
            <p:cNvSpPr/>
            <p:nvPr/>
          </p:nvSpPr>
          <p:spPr>
            <a:xfrm>
              <a:off x="2738539" y="3056553"/>
              <a:ext cx="3240000" cy="3240000"/>
            </a:xfrm>
            <a:prstGeom prst="ellipse">
              <a:avLst/>
            </a:prstGeom>
            <a:noFill/>
            <a:ln w="174625">
              <a:solidFill>
                <a:srgbClr val="E6E6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4CE146E4-2E2F-5DDA-8F28-3C225B7EE520}"/>
                </a:ext>
              </a:extLst>
            </p:cNvPr>
            <p:cNvSpPr/>
            <p:nvPr/>
          </p:nvSpPr>
          <p:spPr>
            <a:xfrm>
              <a:off x="3278539" y="3597624"/>
              <a:ext cx="2160000" cy="2160000"/>
            </a:xfrm>
            <a:prstGeom prst="ellipse">
              <a:avLst/>
            </a:prstGeom>
            <a:noFill/>
            <a:ln w="174625">
              <a:solidFill>
                <a:srgbClr val="E6E6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63ECAAF6-3B24-FB5E-FAC7-3A10A72AE374}"/>
                </a:ext>
              </a:extLst>
            </p:cNvPr>
            <p:cNvSpPr/>
            <p:nvPr/>
          </p:nvSpPr>
          <p:spPr>
            <a:xfrm>
              <a:off x="4178539" y="4496553"/>
              <a:ext cx="360000" cy="360000"/>
            </a:xfrm>
            <a:prstGeom prst="ellipse">
              <a:avLst/>
            </a:prstGeom>
            <a:noFill/>
            <a:ln w="174625">
              <a:solidFill>
                <a:srgbClr val="E6E6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7B213FB5-9C56-5CD1-9149-DAA4F344272C}"/>
                </a:ext>
              </a:extLst>
            </p:cNvPr>
            <p:cNvCxnSpPr>
              <a:cxnSpLocks/>
            </p:cNvCxnSpPr>
            <p:nvPr/>
          </p:nvCxnSpPr>
          <p:spPr>
            <a:xfrm>
              <a:off x="5137747" y="4689253"/>
              <a:ext cx="1136053" cy="0"/>
            </a:xfrm>
            <a:prstGeom prst="line">
              <a:avLst/>
            </a:prstGeom>
            <a:ln w="174625" cap="rnd">
              <a:solidFill>
                <a:srgbClr val="E6E6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8CCC60FC-4B66-4A75-6C13-8A637235443B}"/>
                </a:ext>
              </a:extLst>
            </p:cNvPr>
            <p:cNvCxnSpPr>
              <a:cxnSpLocks/>
            </p:cNvCxnSpPr>
            <p:nvPr/>
          </p:nvCxnSpPr>
          <p:spPr>
            <a:xfrm>
              <a:off x="2483447" y="4689253"/>
              <a:ext cx="1136053" cy="0"/>
            </a:xfrm>
            <a:prstGeom prst="line">
              <a:avLst/>
            </a:prstGeom>
            <a:ln w="174625" cap="rnd">
              <a:solidFill>
                <a:srgbClr val="E6E6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84A6D532-325B-68F3-2F43-A7B779FEBD4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00773" y="3293741"/>
              <a:ext cx="1136053" cy="0"/>
            </a:xfrm>
            <a:prstGeom prst="line">
              <a:avLst/>
            </a:prstGeom>
            <a:ln w="174625" cap="rnd">
              <a:solidFill>
                <a:srgbClr val="E6E6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027BD33-E273-079A-39E7-4896D0409B8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00773" y="6027089"/>
              <a:ext cx="1136053" cy="0"/>
            </a:xfrm>
            <a:prstGeom prst="line">
              <a:avLst/>
            </a:prstGeom>
            <a:ln w="174625" cap="rnd">
              <a:solidFill>
                <a:srgbClr val="E6E6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Grafik 3" descr="Start mit einfarbiger Füllung">
            <a:extLst>
              <a:ext uri="{FF2B5EF4-FFF2-40B4-BE49-F238E27FC236}">
                <a16:creationId xmlns:a16="http://schemas.microsoft.com/office/drawing/2014/main" id="{F1AE67FE-9A78-6F91-9161-BF259B890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3713" y="2264001"/>
            <a:ext cx="4271458" cy="427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95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E09CD7-9049-5715-357C-EB6542454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C90842-07CE-B759-2BE3-33C97C35C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343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03FDB82D-4EA5-62E7-041F-D8B1BF4F202E}"/>
              </a:ext>
            </a:extLst>
          </p:cNvPr>
          <p:cNvSpPr/>
          <p:nvPr/>
        </p:nvSpPr>
        <p:spPr>
          <a:xfrm>
            <a:off x="-373619" y="-351966"/>
            <a:ext cx="10801200" cy="8136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38A85999-E673-42F4-1203-7DA497515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2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990905"/>
            <a:ext cx="4876190" cy="48761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7119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57265-6D81-F96A-7B24-5D0E04BC9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7B18418F-C166-B9C1-BBCA-D446C4FDA8E5}"/>
              </a:ext>
            </a:extLst>
          </p:cNvPr>
          <p:cNvSpPr/>
          <p:nvPr/>
        </p:nvSpPr>
        <p:spPr>
          <a:xfrm>
            <a:off x="-373619" y="-351966"/>
            <a:ext cx="10801200" cy="8136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4877BBFD-E9E0-2C29-10E5-CC690471E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241" y="954241"/>
            <a:ext cx="4949517" cy="494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453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E2609039-AC47-AC03-5404-075923C5FFDE}"/>
              </a:ext>
            </a:extLst>
          </p:cNvPr>
          <p:cNvSpPr/>
          <p:nvPr/>
        </p:nvSpPr>
        <p:spPr>
          <a:xfrm>
            <a:off x="-373619" y="-351966"/>
            <a:ext cx="10801200" cy="8136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Gleichschenkliges Dreieck 8">
            <a:extLst>
              <a:ext uri="{FF2B5EF4-FFF2-40B4-BE49-F238E27FC236}">
                <a16:creationId xmlns:a16="http://schemas.microsoft.com/office/drawing/2014/main" id="{14239D96-C3B7-3DE1-3B18-70F4471CA0DA}"/>
              </a:ext>
            </a:extLst>
          </p:cNvPr>
          <p:cNvSpPr/>
          <p:nvPr/>
        </p:nvSpPr>
        <p:spPr>
          <a:xfrm rot="5400000">
            <a:off x="2699792" y="1988840"/>
            <a:ext cx="4536504" cy="381642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8010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9270A-47DE-2992-A6F2-A9793696E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E5E79EF6-1C86-E4E6-2190-B7DD4B2E084C}"/>
              </a:ext>
            </a:extLst>
          </p:cNvPr>
          <p:cNvSpPr/>
          <p:nvPr/>
        </p:nvSpPr>
        <p:spPr>
          <a:xfrm>
            <a:off x="-373619" y="-351966"/>
            <a:ext cx="10801200" cy="8136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1948EA3-297D-3F64-7B51-4374EE8E5C5D}"/>
              </a:ext>
            </a:extLst>
          </p:cNvPr>
          <p:cNvSpPr/>
          <p:nvPr/>
        </p:nvSpPr>
        <p:spPr>
          <a:xfrm>
            <a:off x="3046981" y="1736486"/>
            <a:ext cx="3960000" cy="39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4050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F8F65B-2650-5045-B541-28FD8D8E4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C6C780-75F7-4650-92BE-55E4B45E3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3324695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Bildschirmpräsentation (4:3)</PresentationFormat>
  <Paragraphs>0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4" baseType="lpstr">
      <vt:lpstr>Arial</vt:lpstr>
      <vt:lpstr>Calibri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Jonas Laptop</dc:creator>
  <cp:lastModifiedBy>Jonas Zipfel</cp:lastModifiedBy>
  <cp:revision>7</cp:revision>
  <dcterms:created xsi:type="dcterms:W3CDTF">2025-09-21T08:20:33Z</dcterms:created>
  <dcterms:modified xsi:type="dcterms:W3CDTF">2025-09-28T13:05:00Z</dcterms:modified>
</cp:coreProperties>
</file>