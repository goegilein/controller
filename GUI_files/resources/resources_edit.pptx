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60" r:id="rId4"/>
    <p:sldId id="261" r:id="rId5"/>
    <p:sldId id="262" r:id="rId6"/>
  </p:sldIdLst>
  <p:sldSz cx="9144000" cy="6858000" type="screen4x3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33" d="100"/>
          <a:sy n="33" d="100"/>
        </p:scale>
        <p:origin x="-2580" y="-91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 smtClean="0"/>
              <a:t>Formatvorlage des Untertitelmasters durch Klicken bearbeiten</a:t>
            </a:r>
            <a:endParaRPr lang="de-DE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1E506D-564B-415C-99DD-7751041BB7A0}" type="datetimeFigureOut">
              <a:rPr lang="de-DE" smtClean="0"/>
              <a:t>21.09.2025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2ED79C-80FF-4B33-A603-D88A1ED6F5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911790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1E506D-564B-415C-99DD-7751041BB7A0}" type="datetimeFigureOut">
              <a:rPr lang="de-DE" smtClean="0"/>
              <a:t>21.09.2025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2ED79C-80FF-4B33-A603-D88A1ED6F5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257411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 smtClean="0"/>
              <a:t>Textmasterformat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1E506D-564B-415C-99DD-7751041BB7A0}" type="datetimeFigureOut">
              <a:rPr lang="de-DE" smtClean="0"/>
              <a:t>21.09.2025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2ED79C-80FF-4B33-A603-D88A1ED6F5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617776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1E506D-564B-415C-99DD-7751041BB7A0}" type="datetimeFigureOut">
              <a:rPr lang="de-DE" smtClean="0"/>
              <a:t>21.09.2025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2ED79C-80FF-4B33-A603-D88A1ED6F5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252922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smtClean="0"/>
              <a:t>Textmasterformat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smtClean="0"/>
              <a:t>Textmasterformat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1E506D-564B-415C-99DD-7751041BB7A0}" type="datetimeFigureOut">
              <a:rPr lang="de-DE" smtClean="0"/>
              <a:t>21.09.2025</a:t>
            </a:fld>
            <a:endParaRPr lang="de-DE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2ED79C-80FF-4B33-A603-D88A1ED6F5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389543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1E506D-564B-415C-99DD-7751041BB7A0}" type="datetimeFigureOut">
              <a:rPr lang="de-DE" smtClean="0"/>
              <a:t>21.09.2025</a:t>
            </a:fld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2ED79C-80FF-4B33-A603-D88A1ED6F5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687077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1E506D-564B-415C-99DD-7751041BB7A0}" type="datetimeFigureOut">
              <a:rPr lang="de-DE" smtClean="0"/>
              <a:t>21.09.2025</a:t>
            </a:fld>
            <a:endParaRPr lang="de-DE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2ED79C-80FF-4B33-A603-D88A1ED6F5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85253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 smtClean="0"/>
              <a:t>Textmasterformat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1E506D-564B-415C-99DD-7751041BB7A0}" type="datetimeFigureOut">
              <a:rPr lang="de-DE" smtClean="0"/>
              <a:t>21.09.2025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2ED79C-80FF-4B33-A603-D88A1ED6F5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44189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 smtClean="0"/>
              <a:t>Textmasterformat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1E506D-564B-415C-99DD-7751041BB7A0}" type="datetimeFigureOut">
              <a:rPr lang="de-DE" smtClean="0"/>
              <a:t>21.09.2025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2ED79C-80FF-4B33-A603-D88A1ED6F5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72510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1E506D-564B-415C-99DD-7751041BB7A0}" type="datetimeFigureOut">
              <a:rPr lang="de-DE" smtClean="0"/>
              <a:t>21.09.2025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2ED79C-80FF-4B33-A603-D88A1ED6F5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015016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1E506D-564B-415C-99DD-7751041BB7A0}" type="datetimeFigureOut">
              <a:rPr lang="de-DE" smtClean="0"/>
              <a:t>21.09.2025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2ED79C-80FF-4B33-A603-D88A1ED6F5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247497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1E506D-564B-415C-99DD-7751041BB7A0}" type="datetimeFigureOut">
              <a:rPr lang="de-DE" smtClean="0"/>
              <a:t>21.09.2025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B2ED79C-80FF-4B33-A603-D88A1ED6F5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882242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:\Projekte\Coding\Controller\GUI_files\resources\crosshair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1428" y="2649442"/>
            <a:ext cx="4054223" cy="40542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Bogen 5"/>
          <p:cNvSpPr/>
          <p:nvPr/>
        </p:nvSpPr>
        <p:spPr>
          <a:xfrm rot="2836898">
            <a:off x="-872866" y="2563519"/>
            <a:ext cx="6009966" cy="3592163"/>
          </a:xfrm>
          <a:prstGeom prst="arc">
            <a:avLst>
              <a:gd name="adj1" fmla="val 9668199"/>
              <a:gd name="adj2" fmla="val 19284169"/>
            </a:avLst>
          </a:prstGeom>
          <a:ln w="508000" cap="rnd">
            <a:solidFill>
              <a:schemeClr val="accent6">
                <a:lumMod val="75000"/>
              </a:schemeClr>
            </a:solidFill>
            <a:round/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030" name="Picture 6" descr="Symbole &amp; Icons zum Thema &quot;Home&quot; | Canva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96477" y="4822900"/>
            <a:ext cx="2187565" cy="20364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556797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0" name="Picture 6" descr="Symbole &amp; Icons zum Thema &quot;Home&quot; | Canva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27784" y="1988840"/>
            <a:ext cx="3516143" cy="32732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Bogen 5"/>
          <p:cNvSpPr/>
          <p:nvPr/>
        </p:nvSpPr>
        <p:spPr>
          <a:xfrm rot="2836898">
            <a:off x="-872866" y="2563519"/>
            <a:ext cx="6009966" cy="3592163"/>
          </a:xfrm>
          <a:prstGeom prst="arc">
            <a:avLst>
              <a:gd name="adj1" fmla="val 9668199"/>
              <a:gd name="adj2" fmla="val 19284169"/>
            </a:avLst>
          </a:prstGeom>
          <a:ln w="508000" cap="rnd">
            <a:solidFill>
              <a:schemeClr val="accent6">
                <a:lumMod val="75000"/>
              </a:schemeClr>
            </a:solidFill>
            <a:round/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077470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2" descr="E:\Projekte\Coding\Controller\GUI_files\resources\crosshair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91680" y="332656"/>
            <a:ext cx="6756823" cy="67568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" name="Gruppieren 1"/>
          <p:cNvGrpSpPr/>
          <p:nvPr/>
        </p:nvGrpSpPr>
        <p:grpSpPr>
          <a:xfrm rot="19986482">
            <a:off x="1300430" y="-66184"/>
            <a:ext cx="7536717" cy="7569756"/>
            <a:chOff x="1506580" y="-484467"/>
            <a:chExt cx="7209526" cy="7209525"/>
          </a:xfrm>
        </p:grpSpPr>
        <p:sp>
          <p:nvSpPr>
            <p:cNvPr id="6" name="Bogen 5"/>
            <p:cNvSpPr/>
            <p:nvPr/>
          </p:nvSpPr>
          <p:spPr>
            <a:xfrm rot="2836898">
              <a:off x="1506580" y="-484467"/>
              <a:ext cx="7200000" cy="7200000"/>
            </a:xfrm>
            <a:prstGeom prst="arc">
              <a:avLst>
                <a:gd name="adj1" fmla="val 9668199"/>
                <a:gd name="adj2" fmla="val 19284169"/>
              </a:avLst>
            </a:prstGeom>
            <a:ln w="381000" cap="rnd">
              <a:solidFill>
                <a:schemeClr val="accent6">
                  <a:lumMod val="75000"/>
                </a:schemeClr>
              </a:solidFill>
              <a:round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" name="Bogen 6"/>
            <p:cNvSpPr/>
            <p:nvPr/>
          </p:nvSpPr>
          <p:spPr>
            <a:xfrm rot="14115779">
              <a:off x="1516106" y="-474942"/>
              <a:ext cx="7200000" cy="7200000"/>
            </a:xfrm>
            <a:prstGeom prst="arc">
              <a:avLst>
                <a:gd name="adj1" fmla="val 8665082"/>
                <a:gd name="adj2" fmla="val 19284169"/>
              </a:avLst>
            </a:prstGeom>
            <a:ln w="381000" cap="rnd">
              <a:solidFill>
                <a:schemeClr val="accent6">
                  <a:lumMod val="75000"/>
                </a:schemeClr>
              </a:solidFill>
              <a:round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6824254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uppieren 1"/>
          <p:cNvGrpSpPr/>
          <p:nvPr/>
        </p:nvGrpSpPr>
        <p:grpSpPr>
          <a:xfrm rot="19986482">
            <a:off x="1300430" y="-66184"/>
            <a:ext cx="7536717" cy="7569756"/>
            <a:chOff x="1506580" y="-484467"/>
            <a:chExt cx="7209526" cy="7209525"/>
          </a:xfrm>
        </p:grpSpPr>
        <p:sp>
          <p:nvSpPr>
            <p:cNvPr id="6" name="Bogen 5"/>
            <p:cNvSpPr/>
            <p:nvPr/>
          </p:nvSpPr>
          <p:spPr>
            <a:xfrm rot="2836898">
              <a:off x="1506580" y="-484467"/>
              <a:ext cx="7200000" cy="7200000"/>
            </a:xfrm>
            <a:prstGeom prst="arc">
              <a:avLst>
                <a:gd name="adj1" fmla="val 9668199"/>
                <a:gd name="adj2" fmla="val 19284169"/>
              </a:avLst>
            </a:prstGeom>
            <a:ln w="381000" cap="rnd">
              <a:solidFill>
                <a:schemeClr val="accent6">
                  <a:lumMod val="75000"/>
                </a:schemeClr>
              </a:solidFill>
              <a:round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" name="Bogen 6"/>
            <p:cNvSpPr/>
            <p:nvPr/>
          </p:nvSpPr>
          <p:spPr>
            <a:xfrm rot="14115779">
              <a:off x="1516106" y="-474942"/>
              <a:ext cx="7200000" cy="7200000"/>
            </a:xfrm>
            <a:prstGeom prst="arc">
              <a:avLst>
                <a:gd name="adj1" fmla="val 8665082"/>
                <a:gd name="adj2" fmla="val 19284169"/>
              </a:avLst>
            </a:prstGeom>
            <a:ln w="381000" cap="rnd">
              <a:solidFill>
                <a:schemeClr val="accent6">
                  <a:lumMod val="75000"/>
                </a:schemeClr>
              </a:solidFill>
              <a:round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pic>
        <p:nvPicPr>
          <p:cNvPr id="8" name="Picture 6" descr="Symbole &amp; Icons zum Thema &quot;Home&quot; | Canva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9173" y="764704"/>
            <a:ext cx="5472633" cy="50945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566880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2" descr="E:\Projekte\Coding\Controller\GUI_files\resources\crosshair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91680" y="332656"/>
            <a:ext cx="6756823" cy="67568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" name="Gruppieren 1"/>
          <p:cNvGrpSpPr/>
          <p:nvPr/>
        </p:nvGrpSpPr>
        <p:grpSpPr>
          <a:xfrm rot="19986482">
            <a:off x="1300430" y="-66184"/>
            <a:ext cx="7536717" cy="7569756"/>
            <a:chOff x="1506580" y="-484467"/>
            <a:chExt cx="7209526" cy="7209525"/>
          </a:xfrm>
        </p:grpSpPr>
        <p:sp>
          <p:nvSpPr>
            <p:cNvPr id="6" name="Bogen 5"/>
            <p:cNvSpPr/>
            <p:nvPr/>
          </p:nvSpPr>
          <p:spPr>
            <a:xfrm rot="2836898">
              <a:off x="1506580" y="-484467"/>
              <a:ext cx="7200000" cy="7200000"/>
            </a:xfrm>
            <a:prstGeom prst="arc">
              <a:avLst>
                <a:gd name="adj1" fmla="val 9668199"/>
                <a:gd name="adj2" fmla="val 19284169"/>
              </a:avLst>
            </a:prstGeom>
            <a:ln w="381000" cap="rnd">
              <a:solidFill>
                <a:schemeClr val="accent6">
                  <a:lumMod val="75000"/>
                </a:schemeClr>
              </a:solidFill>
              <a:round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" name="Bogen 6"/>
            <p:cNvSpPr/>
            <p:nvPr/>
          </p:nvSpPr>
          <p:spPr>
            <a:xfrm rot="14115779">
              <a:off x="1516106" y="-474942"/>
              <a:ext cx="7200000" cy="7200000"/>
            </a:xfrm>
            <a:prstGeom prst="arc">
              <a:avLst>
                <a:gd name="adj1" fmla="val 8665082"/>
                <a:gd name="adj2" fmla="val 19284169"/>
              </a:avLst>
            </a:prstGeom>
            <a:ln w="381000" cap="rnd">
              <a:solidFill>
                <a:schemeClr val="accent6">
                  <a:lumMod val="75000"/>
                </a:schemeClr>
              </a:solidFill>
              <a:round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pic>
        <p:nvPicPr>
          <p:cNvPr id="8" name="Picture 6" descr="Symbole &amp; Icons zum Thema &quot;Home&quot; | Canva"/>
          <p:cNvPicPr>
            <a:picLocks noChangeAspect="1" noChangeArrowheads="1"/>
          </p:cNvPicPr>
          <p:nvPr/>
        </p:nvPicPr>
        <p:blipFill>
          <a:blip r:embed="rId3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5465" y="3077259"/>
            <a:ext cx="3126934" cy="29108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446953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Bildschirmpräsentation (4:3)</PresentationFormat>
  <Paragraphs>0</Paragraphs>
  <Slides>5</Slides>
  <Notes>0</Notes>
  <HiddenSlides>0</HiddenSlides>
  <MMClips>0</MMClips>
  <ScaleCrop>false</ScaleCrop>
  <HeadingPairs>
    <vt:vector size="4" baseType="variant">
      <vt:variant>
        <vt:lpstr>Design</vt:lpstr>
      </vt:variant>
      <vt:variant>
        <vt:i4>1</vt:i4>
      </vt:variant>
      <vt:variant>
        <vt:lpstr>Folientitel</vt:lpstr>
      </vt:variant>
      <vt:variant>
        <vt:i4>5</vt:i4>
      </vt:variant>
    </vt:vector>
  </HeadingPairs>
  <TitlesOfParts>
    <vt:vector size="6" baseType="lpstr">
      <vt:lpstr>Larissa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Jonas Laptop</dc:creator>
  <cp:lastModifiedBy>Jonas Laptop</cp:lastModifiedBy>
  <cp:revision>6</cp:revision>
  <dcterms:created xsi:type="dcterms:W3CDTF">2025-09-21T08:20:33Z</dcterms:created>
  <dcterms:modified xsi:type="dcterms:W3CDTF">2025-09-21T09:20:57Z</dcterms:modified>
</cp:coreProperties>
</file>